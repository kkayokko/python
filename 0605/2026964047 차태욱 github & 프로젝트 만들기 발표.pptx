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6" r:id="rId2"/>
    <p:sldId id="265" r:id="rId3"/>
    <p:sldId id="266" r:id="rId4"/>
    <p:sldId id="267" r:id="rId5"/>
    <p:sldId id="257" r:id="rId6"/>
    <p:sldId id="268" r:id="rId7"/>
    <p:sldId id="258" r:id="rId8"/>
    <p:sldId id="269" r:id="rId9"/>
    <p:sldId id="270" r:id="rId10"/>
    <p:sldId id="259" r:id="rId11"/>
    <p:sldId id="271" r:id="rId12"/>
    <p:sldId id="272" r:id="rId13"/>
    <p:sldId id="260" r:id="rId14"/>
    <p:sldId id="275" r:id="rId15"/>
    <p:sldId id="276" r:id="rId16"/>
    <p:sldId id="278" r:id="rId17"/>
    <p:sldId id="261" r:id="rId18"/>
    <p:sldId id="277" r:id="rId19"/>
    <p:sldId id="262" r:id="rId20"/>
    <p:sldId id="279" r:id="rId21"/>
    <p:sldId id="280" r:id="rId22"/>
    <p:sldId id="263" r:id="rId23"/>
    <p:sldId id="273" r:id="rId24"/>
    <p:sldId id="274" r:id="rId25"/>
    <p:sldId id="264" r:id="rId26"/>
    <p:sldId id="281" r:id="rId27"/>
    <p:sldId id="282" r:id="rId28"/>
    <p:sldId id="283" r:id="rId2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33C1B7-DE65-4863-ACDB-D507BB271586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594013-E2B9-4E0C-B245-5C82019832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15691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594013-E2B9-4E0C-B245-5C8201983229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74220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8EBDC1-9368-93C1-47F7-969F82E254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C51AD4F-6737-DA45-E578-2DA1E08D75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40ABF3-0ECE-FFFB-D96E-AC597A115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16A8D-F991-4EB1-B623-7CBD2AF37B7F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0A35581-7CAD-187C-038D-05BA26FDB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047117-1F68-65B8-1544-D37FCE238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58206-F727-472F-93B9-251B95D01E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49404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09EC0A-E3EB-483C-5CB4-3D883D3C6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5E924AB-C122-1B2B-DC29-1678909ECF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E1D358-85C1-C64B-A68F-3109357CB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16A8D-F991-4EB1-B623-7CBD2AF37B7F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36667F-7B3D-3C3C-73C1-8842F6432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A00732-0F75-F93A-AAB5-766A14B51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58206-F727-472F-93B9-251B95D01E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30795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5BF67D-E545-6320-E2C2-1A18BD62B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B030AF4-FA17-1118-BC59-2B79291251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F01781-1DA1-1E3D-9585-325A30F29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16A8D-F991-4EB1-B623-7CBD2AF37B7F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55950D-6D40-51E6-A5D3-051AE4F7E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1B44EF-437D-D9E0-C72E-3BA9C6E4B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58206-F727-472F-93B9-251B95D01E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56571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C88321-85AB-7788-16B8-1DE3CC4F3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B65CA42-A051-74A5-54E1-7C0A394F95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4D08C20-D091-1900-AC02-FF35C92CAA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D419869-2C0B-DFB9-E10B-3124D091A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16A8D-F991-4EB1-B623-7CBD2AF37B7F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FB3EC40-3593-B7DE-B95D-329D652A6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AEB5EA6-ACA1-D4CB-89F4-F2C3654E3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58206-F727-472F-93B9-251B95D01E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1538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F8839E-4FCA-B8F4-2965-BDC115D5D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E112772-FBEF-960F-F10D-3E57CED41B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E306397-A445-F551-7B04-A209323973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742B2A3-500D-D136-3806-92070A6378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DC03BDE-29C3-EAC5-3AEB-DA0F3D210D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7408C03-082E-5501-1F63-99A93F6BC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16A8D-F991-4EB1-B623-7CBD2AF37B7F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97B3C1D-E31F-1428-CB87-2B86D697D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0A865B4-0408-3B27-61BB-14C03CE88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58206-F727-472F-93B9-251B95D01E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49743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95E349-2D55-0CDE-8E0F-71CDDEF35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1AD8672-7DAB-7B0A-2B09-DFEB0769F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16A8D-F991-4EB1-B623-7CBD2AF37B7F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B1D65D5-99A2-D830-324D-6030BB64A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807F9A9-FB14-6C13-140C-A4301D4DC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58206-F727-472F-93B9-251B95D01E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8042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C9FFA83-7C8D-55D6-0556-6601C7B05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16A8D-F991-4EB1-B623-7CBD2AF37B7F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21347B3-E62F-CA34-F297-DF699C303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AE5994C-66D7-C2C7-790D-AC60C0DE3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58206-F727-472F-93B9-251B95D01E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6365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451A34-874B-0272-0518-070AAE78B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D773BE2-B802-1C4A-D994-9EAA4A0FEF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458703B-86EF-F903-F52B-4C9DCE50C5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3AC8E0C-07FF-5092-1654-F9C2FA86E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16A8D-F991-4EB1-B623-7CBD2AF37B7F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342F3B0-85D0-A2C7-8C65-53407FC17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BB591E4-930A-4A12-BC41-FAF7031A2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58206-F727-472F-93B9-251B95D01E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78614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52EDA2-1AD5-11BA-2A1C-3DB2CB86A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8EEAEBE-DD24-D88D-0EDF-B20CF1DE9A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6FBBFE3-2BA5-3C88-B361-F38F8A77FB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06208CC-D1D4-E505-5F69-8B601DB46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16A8D-F991-4EB1-B623-7CBD2AF37B7F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413B11D-D698-06EF-0DFC-E90CADBB1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98689D2-E68B-E85E-4502-2888E468B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58206-F727-472F-93B9-251B95D01E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8100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294645-7BE6-EE41-AF4E-9CEF97EB6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126DA02-1AC7-9E0F-FCB1-A76C261D08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54DBD83-5AF0-81BD-A53C-13B55CC9E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16A8D-F991-4EB1-B623-7CBD2AF37B7F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CAE0FB5-1995-B256-CDB9-E2B08A4AF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DCA724-7353-014F-460D-CF4978FD7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58206-F727-472F-93B9-251B95D01E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5893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9BFE388-5AFF-1F2C-442F-9457387405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26C5113-3F21-039E-A435-FFFA167E3F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69598E4-333B-B0F5-A7A6-3ED22535F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16A8D-F991-4EB1-B623-7CBD2AF37B7F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368ADCD-515B-7530-5305-1A5C95666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597413C-BBB0-BD78-7BB7-8F9B29D7A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58206-F727-472F-93B9-251B95D01E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2285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6F37CB7-0B7D-B3DA-757C-57B6F7B25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20D5B1D-229D-8F07-9F1F-9AD639E1F6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118FA7-5AB9-1710-3D1B-692F9AE556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016A8D-F991-4EB1-B623-7CBD2AF37B7F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BC036DE-11D2-C33F-2C94-8090B3F7F6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AD53D6E-50FA-DB86-FBB5-8AD491EFE8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258206-F727-472F-93B9-251B95D01E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4215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9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gif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9EB7934-8FA0-EDBF-093E-0452CCEA6F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396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E217A-6A5C-1CA8-7C26-F08076F86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33118C2-8AA5-2499-D894-3661BC0F69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4459D856-1CF7-681E-B7CA-1AC3E5B02F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733" y="1593257"/>
            <a:ext cx="5181596" cy="3626221"/>
          </a:xfrm>
          <a:prstGeom prst="rect">
            <a:avLst/>
          </a:prstGeom>
        </p:spPr>
      </p:pic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74B77949-D75D-3040-5643-4C625E4D1DAB}"/>
              </a:ext>
            </a:extLst>
          </p:cNvPr>
          <p:cNvCxnSpPr>
            <a:cxnSpLocks/>
          </p:cNvCxnSpPr>
          <p:nvPr/>
        </p:nvCxnSpPr>
        <p:spPr>
          <a:xfrm>
            <a:off x="5782236" y="344703"/>
            <a:ext cx="0" cy="6172638"/>
          </a:xfrm>
          <a:prstGeom prst="line">
            <a:avLst/>
          </a:prstGeom>
          <a:ln w="317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4" name="그림 13">
            <a:extLst>
              <a:ext uri="{FF2B5EF4-FFF2-40B4-BE49-F238E27FC236}">
                <a16:creationId xmlns:a16="http://schemas.microsoft.com/office/drawing/2014/main" id="{8F8C2147-A298-2C3B-1D4C-A7B063A4D80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3814" y="416958"/>
            <a:ext cx="6162240" cy="2581635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38A07A1D-F020-062B-9420-856E5AEF4AC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3814" y="3115138"/>
            <a:ext cx="6162240" cy="3142469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22E2BF0E-D027-D544-8E01-9A65D4F9AF0A}"/>
              </a:ext>
            </a:extLst>
          </p:cNvPr>
          <p:cNvSpPr/>
          <p:nvPr/>
        </p:nvSpPr>
        <p:spPr>
          <a:xfrm>
            <a:off x="11403108" y="6378388"/>
            <a:ext cx="322730" cy="2779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738657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9A711-DD94-5347-3A39-EF1CB08FA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776672E-A2F3-8DA6-7B39-9C8765BE8F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1D8F5426-6B93-E5C8-78F9-3566C44228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4624" y="766587"/>
            <a:ext cx="5836022" cy="5799954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054D70BC-6543-B5D7-3A87-A72B734F40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080" y="1138516"/>
            <a:ext cx="5642464" cy="5056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0743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1C347-8819-AFED-16EF-B300EC7AC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850A837D-F55D-3DE5-251C-BCB55269C6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D0AB7DB5-B1B9-3D9B-880E-5025C1C7BD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1177" y="938364"/>
            <a:ext cx="7489645" cy="5268141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E7751D54-8A29-B878-907D-4E806279AFA4}"/>
              </a:ext>
            </a:extLst>
          </p:cNvPr>
          <p:cNvSpPr/>
          <p:nvPr/>
        </p:nvSpPr>
        <p:spPr>
          <a:xfrm>
            <a:off x="11403108" y="6378388"/>
            <a:ext cx="322730" cy="2779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145354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DA9C4-37FB-BD52-5F17-C0CA20709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5E6CAD05-E8A2-CDDA-B3DB-FC414F6679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891DBB2-C976-D1F2-C16C-C038787D7D4F}"/>
              </a:ext>
            </a:extLst>
          </p:cNvPr>
          <p:cNvCxnSpPr>
            <a:cxnSpLocks/>
          </p:cNvCxnSpPr>
          <p:nvPr/>
        </p:nvCxnSpPr>
        <p:spPr>
          <a:xfrm>
            <a:off x="6087036" y="344703"/>
            <a:ext cx="0" cy="6172638"/>
          </a:xfrm>
          <a:prstGeom prst="line">
            <a:avLst/>
          </a:prstGeom>
          <a:ln w="317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3" name="그림 22">
            <a:extLst>
              <a:ext uri="{FF2B5EF4-FFF2-40B4-BE49-F238E27FC236}">
                <a16:creationId xmlns:a16="http://schemas.microsoft.com/office/drawing/2014/main" id="{D84263CC-3221-7C4A-45DB-18D623034D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9765" y="726141"/>
            <a:ext cx="5038904" cy="5190566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6C5E24DE-EDB0-CEF9-6378-C857E9091A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858" y="794129"/>
            <a:ext cx="5423646" cy="2778306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DD36D140-B4DA-9102-B5C0-71486F0E2B5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857" y="3687113"/>
            <a:ext cx="5423647" cy="2498535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733673BE-E075-0407-7F0C-9790D32E7D8A}"/>
              </a:ext>
            </a:extLst>
          </p:cNvPr>
          <p:cNvSpPr/>
          <p:nvPr/>
        </p:nvSpPr>
        <p:spPr>
          <a:xfrm>
            <a:off x="11403108" y="6378388"/>
            <a:ext cx="322730" cy="2779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895567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603A16-A379-E952-7925-75BFF6418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529D2880-E5A6-DC3E-A6DE-5E968B3D7F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333A59BA-B579-BB1B-00DE-9AB6244E99AA}"/>
              </a:ext>
            </a:extLst>
          </p:cNvPr>
          <p:cNvCxnSpPr>
            <a:cxnSpLocks/>
          </p:cNvCxnSpPr>
          <p:nvPr/>
        </p:nvCxnSpPr>
        <p:spPr>
          <a:xfrm>
            <a:off x="5782236" y="344703"/>
            <a:ext cx="0" cy="6172638"/>
          </a:xfrm>
          <a:prstGeom prst="line">
            <a:avLst/>
          </a:prstGeom>
          <a:ln w="317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61959AE3-DB0C-4E3C-93A4-E677B01CF3FC}"/>
              </a:ext>
            </a:extLst>
          </p:cNvPr>
          <p:cNvSpPr/>
          <p:nvPr/>
        </p:nvSpPr>
        <p:spPr>
          <a:xfrm>
            <a:off x="11403108" y="6378388"/>
            <a:ext cx="322730" cy="2779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24F7895-8618-FEB5-DA87-0793859D96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365" y="1046630"/>
            <a:ext cx="5423583" cy="492610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D2531B4-2050-5BE9-FC74-165D9FC6F9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0115" y="365292"/>
            <a:ext cx="5394358" cy="316274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13C6A7A8-CE4C-B96D-7A0C-7584672809A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0113" y="3566821"/>
            <a:ext cx="5394359" cy="3162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66189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35F88-FD2F-D95A-6EAD-63A3A9A93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B8785A2-C31B-C2D6-0F67-8690915CDD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793320EE-1A08-ED51-A9EB-35CBA463BD5C}"/>
              </a:ext>
            </a:extLst>
          </p:cNvPr>
          <p:cNvSpPr/>
          <p:nvPr/>
        </p:nvSpPr>
        <p:spPr>
          <a:xfrm>
            <a:off x="11403108" y="6378388"/>
            <a:ext cx="322730" cy="2779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C5AD080-27BC-047D-D915-EB99C0FF6F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2244" y="695440"/>
            <a:ext cx="6569686" cy="5628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8329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FB3AC-2151-1803-447C-F495046D3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191A6D0-83ED-FD6D-F272-929FDAC906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E3AA0644-A6D5-A5E9-B7E0-BEF77B647B07}"/>
              </a:ext>
            </a:extLst>
          </p:cNvPr>
          <p:cNvCxnSpPr>
            <a:cxnSpLocks/>
          </p:cNvCxnSpPr>
          <p:nvPr/>
        </p:nvCxnSpPr>
        <p:spPr>
          <a:xfrm>
            <a:off x="5782236" y="376518"/>
            <a:ext cx="0" cy="6140823"/>
          </a:xfrm>
          <a:prstGeom prst="line">
            <a:avLst/>
          </a:prstGeom>
          <a:ln w="317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id="{AFA8D48D-0BE3-0416-E48A-E274E9281873}"/>
              </a:ext>
            </a:extLst>
          </p:cNvPr>
          <p:cNvSpPr/>
          <p:nvPr/>
        </p:nvSpPr>
        <p:spPr>
          <a:xfrm>
            <a:off x="11403108" y="6378388"/>
            <a:ext cx="322730" cy="2779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8B2B3CF-6927-5876-444E-88C3AA0E7F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365" y="764594"/>
            <a:ext cx="5339980" cy="284515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D55D47A6-527D-54AE-C1B9-BBC31EDEBC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9530" y="672354"/>
            <a:ext cx="5594288" cy="555648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B165C15F-7F1E-986A-15F1-09EF21A3878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364" y="3672189"/>
            <a:ext cx="5339975" cy="2845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5966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3F9FA-7258-D447-432C-3033D7CF7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B747E3D-10FA-4FC3-220A-5ED41AA265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FDB5D88B-7B8F-D483-62DA-8F788DAE838E}"/>
              </a:ext>
            </a:extLst>
          </p:cNvPr>
          <p:cNvCxnSpPr>
            <a:cxnSpLocks/>
          </p:cNvCxnSpPr>
          <p:nvPr/>
        </p:nvCxnSpPr>
        <p:spPr>
          <a:xfrm>
            <a:off x="5782236" y="376518"/>
            <a:ext cx="0" cy="6140823"/>
          </a:xfrm>
          <a:prstGeom prst="line">
            <a:avLst/>
          </a:prstGeom>
          <a:ln w="317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id="{A507B78A-7AF9-41EB-E45D-3B355C8FB072}"/>
              </a:ext>
            </a:extLst>
          </p:cNvPr>
          <p:cNvSpPr/>
          <p:nvPr/>
        </p:nvSpPr>
        <p:spPr>
          <a:xfrm>
            <a:off x="11403108" y="6378388"/>
            <a:ext cx="322730" cy="2779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76A7843-8193-DEB7-E066-F00C59D243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8584" y="3075708"/>
            <a:ext cx="5489324" cy="330267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0FC0AEE9-4994-AC60-BA70-D8CBE7CAD9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162" y="945369"/>
            <a:ext cx="4992657" cy="496726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79D1AB8B-9231-9A94-AB9B-EFBF669AB89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6514" y="300321"/>
            <a:ext cx="5489322" cy="2695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8542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B66A9B-94A1-F41A-F208-AD8EEF5F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D653F7B-BB2B-FC4C-5634-01C23E3D88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9917BD50-0400-BBB3-B427-CC2B8C64E2CB}"/>
              </a:ext>
            </a:extLst>
          </p:cNvPr>
          <p:cNvSpPr/>
          <p:nvPr/>
        </p:nvSpPr>
        <p:spPr>
          <a:xfrm>
            <a:off x="11403108" y="6378388"/>
            <a:ext cx="322730" cy="2779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FB79123-A9E6-2506-A00D-D8776A6933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843" y="526183"/>
            <a:ext cx="6000314" cy="5805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7389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42DD4-0C92-EDD0-2B27-8F9952543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A87B6F4-944C-8A48-1ED3-83C2C579EE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66996805-6A49-460C-076B-DCA7A3832C3F}"/>
              </a:ext>
            </a:extLst>
          </p:cNvPr>
          <p:cNvCxnSpPr>
            <a:cxnSpLocks/>
          </p:cNvCxnSpPr>
          <p:nvPr/>
        </p:nvCxnSpPr>
        <p:spPr>
          <a:xfrm>
            <a:off x="5782236" y="376518"/>
            <a:ext cx="0" cy="6140823"/>
          </a:xfrm>
          <a:prstGeom prst="line">
            <a:avLst/>
          </a:prstGeom>
          <a:ln w="317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77961EBD-0723-EF55-5F36-B36008085A6A}"/>
              </a:ext>
            </a:extLst>
          </p:cNvPr>
          <p:cNvSpPr/>
          <p:nvPr/>
        </p:nvSpPr>
        <p:spPr>
          <a:xfrm>
            <a:off x="11403108" y="6378388"/>
            <a:ext cx="322730" cy="2779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A57E72C-D619-E91D-40BB-35C39A1DBE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075" y="796143"/>
            <a:ext cx="5494087" cy="530157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1DEF7F3C-43A9-0ABD-7F0E-8E35C2AB1D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8711" y="515471"/>
            <a:ext cx="4521095" cy="2505634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D3F68068-76B6-DE44-D537-96ABB07785D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9765" y="3174406"/>
            <a:ext cx="5124495" cy="3342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858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491920-9A07-2E0E-C51C-9AA21EA00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EDD849-64B3-B1D1-414B-AC4E688C76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73CC4482-AA14-902B-E604-475783D7FAB9}"/>
              </a:ext>
            </a:extLst>
          </p:cNvPr>
          <p:cNvCxnSpPr>
            <a:cxnSpLocks/>
          </p:cNvCxnSpPr>
          <p:nvPr/>
        </p:nvCxnSpPr>
        <p:spPr>
          <a:xfrm>
            <a:off x="5782236" y="376518"/>
            <a:ext cx="0" cy="6140823"/>
          </a:xfrm>
          <a:prstGeom prst="line">
            <a:avLst/>
          </a:prstGeom>
          <a:ln w="317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03903504-874D-C69B-8E13-E67585A3BC70}"/>
              </a:ext>
            </a:extLst>
          </p:cNvPr>
          <p:cNvSpPr/>
          <p:nvPr/>
        </p:nvSpPr>
        <p:spPr>
          <a:xfrm>
            <a:off x="11403108" y="6378388"/>
            <a:ext cx="322730" cy="2779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4417F96-1AF0-B9E7-E946-F52962866F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266" y="966965"/>
            <a:ext cx="4986183" cy="495992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68B3FC3-DBF4-0FCE-4097-73FB2FDC1B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366" y="1923840"/>
            <a:ext cx="5307107" cy="301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4254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39301-15EA-1578-EC20-DF724B0A1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19D8770-19DE-444C-90FD-7F825C63C8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D6BF675F-5D53-A45E-75AB-16BF2E3A9728}"/>
              </a:ext>
            </a:extLst>
          </p:cNvPr>
          <p:cNvSpPr/>
          <p:nvPr/>
        </p:nvSpPr>
        <p:spPr>
          <a:xfrm>
            <a:off x="11403108" y="6378388"/>
            <a:ext cx="322730" cy="2779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AF0D0ED-329D-2382-E3B4-7C914C2DAE36}"/>
              </a:ext>
            </a:extLst>
          </p:cNvPr>
          <p:cNvSpPr/>
          <p:nvPr/>
        </p:nvSpPr>
        <p:spPr>
          <a:xfrm>
            <a:off x="11555508" y="6530788"/>
            <a:ext cx="322730" cy="2779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58BAA372-CF01-B231-6A76-81894AB382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5380" y="753708"/>
            <a:ext cx="5741239" cy="5350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6255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B5B25-5485-BF45-30DB-402252C72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AED37C0-36E3-3EE4-EF59-C628B79024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062B745F-B748-7DBC-FF24-B6EA0910B509}"/>
              </a:ext>
            </a:extLst>
          </p:cNvPr>
          <p:cNvSpPr/>
          <p:nvPr/>
        </p:nvSpPr>
        <p:spPr>
          <a:xfrm>
            <a:off x="11403108" y="6378388"/>
            <a:ext cx="322730" cy="2779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A015D69-A49B-8E07-297D-2751417AD349}"/>
              </a:ext>
            </a:extLst>
          </p:cNvPr>
          <p:cNvSpPr/>
          <p:nvPr/>
        </p:nvSpPr>
        <p:spPr>
          <a:xfrm>
            <a:off x="11555508" y="6530788"/>
            <a:ext cx="322730" cy="2779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B6EE5B82-0BA8-BC10-CB89-DC6375F6A5BB}"/>
              </a:ext>
            </a:extLst>
          </p:cNvPr>
          <p:cNvCxnSpPr>
            <a:cxnSpLocks/>
          </p:cNvCxnSpPr>
          <p:nvPr/>
        </p:nvCxnSpPr>
        <p:spPr>
          <a:xfrm>
            <a:off x="5782236" y="376518"/>
            <a:ext cx="0" cy="6140823"/>
          </a:xfrm>
          <a:prstGeom prst="line">
            <a:avLst/>
          </a:prstGeom>
          <a:ln w="317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6978C36C-8C2B-EB63-CE08-4CA7F69C03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202" y="823392"/>
            <a:ext cx="4993833" cy="546534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0D2BEAB-E8CC-069B-21E3-D41648165C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2833" y="696325"/>
            <a:ext cx="5281640" cy="5465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3240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26ACAF-BE77-2816-9299-D6762E7D8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F789419-C096-353A-0B57-5ED9FF7693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3E326C9C-8A45-6763-7AB6-15B8AA0E1C71}"/>
              </a:ext>
            </a:extLst>
          </p:cNvPr>
          <p:cNvSpPr/>
          <p:nvPr/>
        </p:nvSpPr>
        <p:spPr>
          <a:xfrm>
            <a:off x="11403108" y="6378388"/>
            <a:ext cx="322730" cy="2779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BC1BC23-B56A-2CB4-B7D9-0F8970BFA2DD}"/>
              </a:ext>
            </a:extLst>
          </p:cNvPr>
          <p:cNvSpPr/>
          <p:nvPr/>
        </p:nvSpPr>
        <p:spPr>
          <a:xfrm>
            <a:off x="11555508" y="6530788"/>
            <a:ext cx="322730" cy="2779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14138B0A-731B-F52D-90C9-3179070EEDFD}"/>
              </a:ext>
            </a:extLst>
          </p:cNvPr>
          <p:cNvCxnSpPr>
            <a:cxnSpLocks/>
          </p:cNvCxnSpPr>
          <p:nvPr/>
        </p:nvCxnSpPr>
        <p:spPr>
          <a:xfrm>
            <a:off x="5782236" y="376518"/>
            <a:ext cx="0" cy="6140823"/>
          </a:xfrm>
          <a:prstGeom prst="line">
            <a:avLst/>
          </a:prstGeom>
          <a:ln w="317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26DEA89D-5933-163C-C330-23397E73FC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089" y="1224089"/>
            <a:ext cx="4918901" cy="440982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51168F2-F400-F17C-BDBE-4FD7E79E0D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3904" y="2107138"/>
            <a:ext cx="5433007" cy="2226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2104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35459-C0DB-62EB-235F-D93BA5E8A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54FD7D1-A5F9-9A12-1773-D82AED1C5C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C3E3F581-3BFE-5793-B0CE-502DA0092005}"/>
              </a:ext>
            </a:extLst>
          </p:cNvPr>
          <p:cNvSpPr/>
          <p:nvPr/>
        </p:nvSpPr>
        <p:spPr>
          <a:xfrm>
            <a:off x="11403108" y="6378388"/>
            <a:ext cx="322730" cy="2779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8350961-2574-F7EF-40B6-3D4E1D7869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5283" y="797859"/>
            <a:ext cx="5461870" cy="5580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6721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7FB5D-91EA-3F42-A171-B20C8E3D8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D5AA87D-1952-8F74-6759-6D0D91B15E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C4F62A0A-B723-6A9B-9AEF-9E0E3E7ED540}"/>
              </a:ext>
            </a:extLst>
          </p:cNvPr>
          <p:cNvCxnSpPr>
            <a:cxnSpLocks/>
          </p:cNvCxnSpPr>
          <p:nvPr/>
        </p:nvCxnSpPr>
        <p:spPr>
          <a:xfrm>
            <a:off x="5782236" y="376518"/>
            <a:ext cx="0" cy="6140823"/>
          </a:xfrm>
          <a:prstGeom prst="line">
            <a:avLst/>
          </a:prstGeom>
          <a:ln w="317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E19141DD-F115-B3AF-15CA-8AFC75AF9941}"/>
              </a:ext>
            </a:extLst>
          </p:cNvPr>
          <p:cNvSpPr/>
          <p:nvPr/>
        </p:nvSpPr>
        <p:spPr>
          <a:xfrm>
            <a:off x="11403108" y="6378388"/>
            <a:ext cx="322730" cy="2779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5ACBF03D-912F-D46F-2EB3-63B9797393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321" y="1094509"/>
            <a:ext cx="5205594" cy="5031645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C3EDE7A7-D336-3448-A760-60625624F9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215532"/>
            <a:ext cx="5493914" cy="4789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8569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F77AAF-41F9-A812-3658-D16914962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B207D54-3990-9BD2-3FB3-1BAEE0CD02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729A9C1-43AD-D765-82DD-F8EA22AF968C}"/>
              </a:ext>
            </a:extLst>
          </p:cNvPr>
          <p:cNvCxnSpPr>
            <a:cxnSpLocks/>
          </p:cNvCxnSpPr>
          <p:nvPr/>
        </p:nvCxnSpPr>
        <p:spPr>
          <a:xfrm>
            <a:off x="5782236" y="376518"/>
            <a:ext cx="0" cy="6140823"/>
          </a:xfrm>
          <a:prstGeom prst="line">
            <a:avLst/>
          </a:prstGeom>
          <a:ln w="317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A0D1A5E3-2A8F-0F7B-9241-058EB31FC4BF}"/>
              </a:ext>
            </a:extLst>
          </p:cNvPr>
          <p:cNvSpPr/>
          <p:nvPr/>
        </p:nvSpPr>
        <p:spPr>
          <a:xfrm>
            <a:off x="11403108" y="6378388"/>
            <a:ext cx="322730" cy="2779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4544325-4836-1A93-8AD8-82AECECD11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462" y="939417"/>
            <a:ext cx="4939312" cy="530042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BBFB08A-D955-8194-0238-8FE5E2F638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7307" y="1995287"/>
            <a:ext cx="5879622" cy="286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8386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CCC47-018E-1256-2B5E-D3F510FB5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CFC5A24-AF3E-F6AA-7124-D2D6233D85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072710D1-A82E-EEA4-F6CA-1BA4DCA4848E}"/>
              </a:ext>
            </a:extLst>
          </p:cNvPr>
          <p:cNvSpPr/>
          <p:nvPr/>
        </p:nvSpPr>
        <p:spPr>
          <a:xfrm>
            <a:off x="11403108" y="6378388"/>
            <a:ext cx="322730" cy="2779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A25F99C9-425D-288A-8A7D-417C8BACC5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5323" y="703838"/>
            <a:ext cx="6181353" cy="5813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6980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7FF2D-820A-9C51-F993-829671E8A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30EB730-E1D7-5631-CD0B-F2CC170EA8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5C76137A-70B0-4887-9EDA-14089426136A}"/>
              </a:ext>
            </a:extLst>
          </p:cNvPr>
          <p:cNvCxnSpPr>
            <a:cxnSpLocks/>
          </p:cNvCxnSpPr>
          <p:nvPr/>
        </p:nvCxnSpPr>
        <p:spPr>
          <a:xfrm>
            <a:off x="5782236" y="376518"/>
            <a:ext cx="0" cy="6140823"/>
          </a:xfrm>
          <a:prstGeom prst="line">
            <a:avLst/>
          </a:prstGeom>
          <a:ln w="317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0900FF1A-C993-207F-AE59-FC88AF962287}"/>
              </a:ext>
            </a:extLst>
          </p:cNvPr>
          <p:cNvSpPr/>
          <p:nvPr/>
        </p:nvSpPr>
        <p:spPr>
          <a:xfrm>
            <a:off x="11403108" y="6378388"/>
            <a:ext cx="322730" cy="2779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06735E2-2AC2-1778-4702-A69A8F792D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121" y="874260"/>
            <a:ext cx="5386207" cy="514533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F13E389B-E679-2C10-6782-1C641E4D99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2831" y="308873"/>
            <a:ext cx="4634666" cy="6276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0923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281A70-DA01-916C-365B-11A256A1F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288CDEC-665C-DB35-2134-838B2C64D3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BDC1A172-9AE2-FF43-4A11-4A8E83A12D7C}"/>
              </a:ext>
            </a:extLst>
          </p:cNvPr>
          <p:cNvCxnSpPr>
            <a:cxnSpLocks/>
          </p:cNvCxnSpPr>
          <p:nvPr/>
        </p:nvCxnSpPr>
        <p:spPr>
          <a:xfrm>
            <a:off x="5782236" y="376518"/>
            <a:ext cx="0" cy="6140823"/>
          </a:xfrm>
          <a:prstGeom prst="line">
            <a:avLst/>
          </a:prstGeom>
          <a:ln w="317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F45CDAE8-5A77-89C7-B034-3B6AD2C0BB89}"/>
              </a:ext>
            </a:extLst>
          </p:cNvPr>
          <p:cNvSpPr/>
          <p:nvPr/>
        </p:nvSpPr>
        <p:spPr>
          <a:xfrm>
            <a:off x="11403108" y="6378388"/>
            <a:ext cx="322730" cy="2779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1B229C5-C0BF-DAC3-A084-3A55D17296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723" y="878133"/>
            <a:ext cx="5532791" cy="513759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ED41F94-B6FD-C32A-9A4C-D2B323C803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9193" y="1838103"/>
            <a:ext cx="5915851" cy="3181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2198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E7E104-FA8C-5922-634E-A77E6C88F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FF06510-9E7E-9947-EE75-A81C117832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64994EE4-432A-AD14-6CA0-D369C3C32673}"/>
              </a:ext>
            </a:extLst>
          </p:cNvPr>
          <p:cNvSpPr/>
          <p:nvPr/>
        </p:nvSpPr>
        <p:spPr>
          <a:xfrm>
            <a:off x="11403108" y="6378388"/>
            <a:ext cx="322730" cy="2779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06CAB9DB-F7F0-4627-B0FE-A232EDB2A5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6774" y="755072"/>
            <a:ext cx="5878451" cy="5347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0095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F8CB0-16BB-3136-D9A5-34C5A350E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FA15EE3-5CA9-2BE7-FE88-6ED9EB6B17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847EEDA1-7402-7ED9-3AD3-C53DF31EF46C}"/>
              </a:ext>
            </a:extLst>
          </p:cNvPr>
          <p:cNvCxnSpPr>
            <a:cxnSpLocks/>
          </p:cNvCxnSpPr>
          <p:nvPr/>
        </p:nvCxnSpPr>
        <p:spPr>
          <a:xfrm>
            <a:off x="5782236" y="376518"/>
            <a:ext cx="0" cy="6140823"/>
          </a:xfrm>
          <a:prstGeom prst="line">
            <a:avLst/>
          </a:prstGeom>
          <a:ln w="317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0C8C7978-E0F6-C67C-2743-0794CD21CA63}"/>
              </a:ext>
            </a:extLst>
          </p:cNvPr>
          <p:cNvSpPr/>
          <p:nvPr/>
        </p:nvSpPr>
        <p:spPr>
          <a:xfrm>
            <a:off x="11403108" y="6378388"/>
            <a:ext cx="322730" cy="2779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99DA76F-B4AE-0874-104D-4767AF119E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541" y="1274581"/>
            <a:ext cx="5387154" cy="434469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44F185D0-D144-6F49-45F1-BF748CAEE2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9778" y="1408660"/>
            <a:ext cx="6153554" cy="4040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3391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0EA7F-A43F-328B-4C05-433EECAD4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F0B8B65-12AC-F860-5273-BF911BD7AB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5763D3F2-776B-FD09-00E9-876CDA98C2A5}"/>
              </a:ext>
            </a:extLst>
          </p:cNvPr>
          <p:cNvCxnSpPr>
            <a:cxnSpLocks/>
          </p:cNvCxnSpPr>
          <p:nvPr/>
        </p:nvCxnSpPr>
        <p:spPr>
          <a:xfrm>
            <a:off x="5782236" y="376518"/>
            <a:ext cx="0" cy="6140823"/>
          </a:xfrm>
          <a:prstGeom prst="line">
            <a:avLst/>
          </a:prstGeom>
          <a:ln w="317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65E060E0-4A87-B021-FC04-98E27AFAF12B}"/>
              </a:ext>
            </a:extLst>
          </p:cNvPr>
          <p:cNvSpPr/>
          <p:nvPr/>
        </p:nvSpPr>
        <p:spPr>
          <a:xfrm>
            <a:off x="11403108" y="6378388"/>
            <a:ext cx="322730" cy="2779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A4EC1D1-C859-F8D2-1F47-18238BCEF2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0240" y="2007643"/>
            <a:ext cx="6093756" cy="263472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22B7622-BF83-756A-8C98-29B6BC1632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488" y="1243610"/>
            <a:ext cx="5127260" cy="4406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1434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469CE-ABF1-4D2C-472D-64B24EBE4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D8AA423-0DFA-3AE6-3B2C-A575B2333E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285C03D1-6982-A1C6-F499-8A3358B4B33B}"/>
              </a:ext>
            </a:extLst>
          </p:cNvPr>
          <p:cNvCxnSpPr>
            <a:cxnSpLocks/>
          </p:cNvCxnSpPr>
          <p:nvPr/>
        </p:nvCxnSpPr>
        <p:spPr>
          <a:xfrm>
            <a:off x="5782236" y="376518"/>
            <a:ext cx="0" cy="6140823"/>
          </a:xfrm>
          <a:prstGeom prst="line">
            <a:avLst/>
          </a:prstGeom>
          <a:ln w="317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C99B8902-AE44-3462-1567-75DBB1E6B36A}"/>
              </a:ext>
            </a:extLst>
          </p:cNvPr>
          <p:cNvSpPr/>
          <p:nvPr/>
        </p:nvSpPr>
        <p:spPr>
          <a:xfrm>
            <a:off x="11403108" y="6378388"/>
            <a:ext cx="322730" cy="2779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A2654F0-80CA-E86A-A9B5-71E92F238D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747" y="905842"/>
            <a:ext cx="5227211" cy="530629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447C96A4-C7C9-296B-9278-C33D3A2518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608175"/>
            <a:ext cx="5529527" cy="5901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6125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5DDF9-E002-BFFB-466A-99441CB87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12E0922-0C85-41EC-6975-2BF8B8A593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C2772A9-CD79-5757-ADE0-37B5DFD46C9F}"/>
              </a:ext>
            </a:extLst>
          </p:cNvPr>
          <p:cNvCxnSpPr>
            <a:cxnSpLocks/>
          </p:cNvCxnSpPr>
          <p:nvPr/>
        </p:nvCxnSpPr>
        <p:spPr>
          <a:xfrm>
            <a:off x="5782236" y="376518"/>
            <a:ext cx="0" cy="6140823"/>
          </a:xfrm>
          <a:prstGeom prst="line">
            <a:avLst/>
          </a:prstGeom>
          <a:ln w="317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E27AD6AF-B84D-E283-5832-84428019D9B7}"/>
              </a:ext>
            </a:extLst>
          </p:cNvPr>
          <p:cNvSpPr/>
          <p:nvPr/>
        </p:nvSpPr>
        <p:spPr>
          <a:xfrm>
            <a:off x="11403108" y="6378388"/>
            <a:ext cx="322730" cy="2779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6E77144-8389-4D2F-F253-AD8C2CE9BE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7445" y="1011382"/>
            <a:ext cx="6259346" cy="463283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5324FB2-B214-8A8F-89DF-F21C0EC4C5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669" y="2022690"/>
            <a:ext cx="4715533" cy="2610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7590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52C48-C131-C57B-E709-428500616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3F5958AC-BE34-0E7C-4C00-1D6CDF876A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58646E8E-385B-B8D4-4D4F-0799581B49CF}"/>
              </a:ext>
            </a:extLst>
          </p:cNvPr>
          <p:cNvCxnSpPr>
            <a:cxnSpLocks/>
          </p:cNvCxnSpPr>
          <p:nvPr/>
        </p:nvCxnSpPr>
        <p:spPr>
          <a:xfrm>
            <a:off x="2292928" y="3768436"/>
            <a:ext cx="7855526" cy="0"/>
          </a:xfrm>
          <a:prstGeom prst="line">
            <a:avLst/>
          </a:prstGeom>
          <a:ln w="317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3194EECD-73D7-CE27-D3B4-26E9E6E11242}"/>
              </a:ext>
            </a:extLst>
          </p:cNvPr>
          <p:cNvSpPr/>
          <p:nvPr/>
        </p:nvSpPr>
        <p:spPr>
          <a:xfrm>
            <a:off x="11403108" y="6378388"/>
            <a:ext cx="322730" cy="2779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972988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241B5-99A7-55F4-E1CE-7F80DF4F0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F9175CAC-3346-FB0E-694D-96115341EF5B}"/>
              </a:ext>
            </a:extLst>
          </p:cNvPr>
          <p:cNvCxnSpPr>
            <a:cxnSpLocks/>
          </p:cNvCxnSpPr>
          <p:nvPr/>
        </p:nvCxnSpPr>
        <p:spPr>
          <a:xfrm>
            <a:off x="2292928" y="3768436"/>
            <a:ext cx="7855526" cy="0"/>
          </a:xfrm>
          <a:prstGeom prst="line">
            <a:avLst/>
          </a:prstGeom>
          <a:ln w="317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BE444717-6953-B207-1027-8EF38B85EB59}"/>
              </a:ext>
            </a:extLst>
          </p:cNvPr>
          <p:cNvSpPr/>
          <p:nvPr/>
        </p:nvSpPr>
        <p:spPr>
          <a:xfrm>
            <a:off x="11403108" y="6378388"/>
            <a:ext cx="322730" cy="2779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0F4B609-6334-B0FA-0EC1-9E811CDF98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1A76285-6549-3A29-2633-74C161D739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978" y="2254827"/>
            <a:ext cx="3063060" cy="2348346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1BE95170-A5E2-EBC1-8A1D-D6F883B4BA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9106" y="2254827"/>
            <a:ext cx="3270878" cy="234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4693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</Words>
  <Application>Microsoft Office PowerPoint</Application>
  <PresentationFormat>와이드스크린</PresentationFormat>
  <Paragraphs>1</Paragraphs>
  <Slides>28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1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4</cp:revision>
  <dcterms:created xsi:type="dcterms:W3CDTF">2026-06-10T07:01:42Z</dcterms:created>
  <dcterms:modified xsi:type="dcterms:W3CDTF">2026-06-10T07:07:09Z</dcterms:modified>
</cp:coreProperties>
</file>